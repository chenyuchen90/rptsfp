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91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35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dd3c7d2be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dd3c7d2be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HW1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截止日到3/</a:t>
            </a:r>
            <a:r>
              <a:rPr lang="en-US" altLang="zh-TW" dirty="0"/>
              <a:t>22(</a:t>
            </a:r>
            <a:r>
              <a:rPr lang="zh-TW" altLang="en-US" dirty="0"/>
              <a:t>五</a:t>
            </a:r>
            <a:r>
              <a:rPr lang="en-US" altLang="zh-TW" dirty="0"/>
              <a:t>)</a:t>
            </a:r>
            <a:r>
              <a:rPr lang="zh-TW" dirty="0"/>
              <a:t> </a:t>
            </a:r>
            <a:r>
              <a:rPr lang="en-US" altLang="zh-TW" dirty="0"/>
              <a:t>23:59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技術指標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645700" cy="37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dirty="0"/>
              <a:t>解釋什麼是Ｋ線？什麼是Ｋ線圖？</a:t>
            </a:r>
            <a:endParaRPr lang="en-US" altLang="zh-TW" dirty="0"/>
          </a:p>
          <a:p>
            <a:pPr marL="342900" lvl="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zh-TW" altLang="en-US" dirty="0"/>
              <a:t>針對下列</a:t>
            </a:r>
            <a:r>
              <a:rPr lang="zh-TW" dirty="0"/>
              <a:t>幾個技術指標</a:t>
            </a:r>
            <a:r>
              <a:rPr lang="zh-TW" altLang="en-US" dirty="0"/>
              <a:t>，回答</a:t>
            </a:r>
            <a:r>
              <a:rPr lang="zh-TW" dirty="0"/>
              <a:t>指標的計算方法</a:t>
            </a:r>
            <a:r>
              <a:rPr lang="zh-TW" altLang="en-US" dirty="0"/>
              <a:t>，以及</a:t>
            </a:r>
            <a:r>
              <a:rPr lang="zh-TW" dirty="0"/>
              <a:t>指標意義/交易訊號。</a:t>
            </a:r>
            <a:endParaRPr dirty="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dirty="0"/>
              <a:t>SMA</a:t>
            </a:r>
            <a:r>
              <a:rPr lang="zh-TW" altLang="en-US" dirty="0"/>
              <a:t>、</a:t>
            </a:r>
            <a:r>
              <a:rPr lang="zh-TW" dirty="0"/>
              <a:t>EMA、WMA 、KD、MACD</a:t>
            </a:r>
            <a:r>
              <a:rPr lang="zh-TW" altLang="en-US" dirty="0"/>
              <a:t>、</a:t>
            </a:r>
            <a:r>
              <a:rPr lang="en-US" altLang="zh-TW" dirty="0"/>
              <a:t>RSI</a:t>
            </a:r>
            <a:r>
              <a:rPr lang="zh-TW" dirty="0"/>
              <a:t>、Average Directional Index (ADX)、Parabolic SAR、On Balance Volume (OBV)、Bollinger Bands、Donchian Channel、William %R、Average True Range (ATR)、Mass Index、</a:t>
            </a:r>
            <a:r>
              <a:rPr lang="zh-TW" dirty="0">
                <a:solidFill>
                  <a:srgbClr val="FF0000"/>
                </a:solidFill>
              </a:rPr>
              <a:t>自行尋找、自行尋找</a:t>
            </a: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lnSpc>
                <a:spcPct val="20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</a:rPr>
              <a:t>請依照</a:t>
            </a:r>
            <a:r>
              <a:rPr lang="en-US" altLang="zh-TW" dirty="0">
                <a:solidFill>
                  <a:srgbClr val="FF0000"/>
                </a:solidFill>
              </a:rPr>
              <a:t>HW1</a:t>
            </a:r>
            <a:r>
              <a:rPr lang="zh-TW" altLang="en-US" dirty="0">
                <a:solidFill>
                  <a:srgbClr val="FF0000"/>
                </a:solidFill>
              </a:rPr>
              <a:t>範本填寫</a:t>
            </a:r>
            <a:r>
              <a:rPr lang="en-US" altLang="zh-TW" dirty="0">
                <a:solidFill>
                  <a:srgbClr val="FF0000"/>
                </a:solidFill>
              </a:rPr>
              <a:t>】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148</Words>
  <Application>Microsoft Office PowerPoint</Application>
  <PresentationFormat>如螢幕大小 (16:9)</PresentationFormat>
  <Paragraphs>7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微軟正黑體</vt:lpstr>
      <vt:lpstr>Arial</vt:lpstr>
      <vt:lpstr>Simple Light</vt:lpstr>
      <vt:lpstr>HW1</vt:lpstr>
      <vt:lpstr>技術指標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HW1</dc:title>
  <cp:lastModifiedBy>Gloria</cp:lastModifiedBy>
  <cp:revision>6</cp:revision>
  <dcterms:modified xsi:type="dcterms:W3CDTF">2024-03-14T15:33:37Z</dcterms:modified>
</cp:coreProperties>
</file>